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TexGen 형상(앞 슬라이드)에서 나온 메쉬를 해석 모델로 만드는 단계입니다. 핵심: 요소 하나하나가 상·방향·재료카드를 받고, 전체 Vf 0.4000이 논문과 일치함을 확인했습니다.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논문은 PBC를 '적용했다'고만 쓰고 구속식은 주지 않습니다. 우리는 TexGen이 생성한 Xia 형식을 쓰고, 그 정합성을 직접 검증했습니다(다음 두 장).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Abaqus 없이 .inp 텍스트만 읽어 1초에 걸러냅니다. '잡지 못하는 검사는 통과와 구별되지 않는다'가 11종 주입의 이유입니다.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'PBC 제대로 걸렸냐'는 질문에는 네 번째 하나만 말해도 충분합니다. 남은 검증(패치 테스트·EasyPBC)은 먼저 밝히고 다음 단계로 두세요.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MODEL ASSEMBLY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RVE → 해석 모델 — 요소 174,405개 전부에 재료와 방향을 넣는다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66928" y="1389888"/>
            <a:ext cx="5760720" cy="1042416"/>
          </a:xfrm>
          <a:prstGeom prst="roundRect">
            <a:avLst>
              <a:gd name="adj" fmla="val 5263"/>
            </a:avLst>
          </a:prstGeom>
          <a:solidFill>
            <a:srgbClr val="F1F2F4"/>
          </a:solidFill>
          <a:ln/>
        </p:spPr>
      </p:sp>
      <p:sp>
        <p:nvSpPr>
          <p:cNvPr id="5" name="Shape 3"/>
          <p:cNvSpPr/>
          <p:nvPr/>
        </p:nvSpPr>
        <p:spPr>
          <a:xfrm>
            <a:off x="768096" y="1572768"/>
            <a:ext cx="347472" cy="347472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61872" y="148132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TexGen 출력 3종 세트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261872" y="1792224"/>
            <a:ext cx="4882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.inp 메쉬 + 주기경계 · .ori 요소별 섬유방향 · .eld 요소별 얀 정보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18688" y="2432304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4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" y="2651760"/>
            <a:ext cx="5760720" cy="1042416"/>
          </a:xfrm>
          <a:prstGeom prst="roundRect">
            <a:avLst>
              <a:gd name="adj" fmla="val 5263"/>
            </a:avLst>
          </a:prstGeom>
          <a:solidFill>
            <a:srgbClr val="F1F2F4"/>
          </a:solidFill>
          <a:ln/>
        </p:spPr>
      </p:sp>
      <p:sp>
        <p:nvSpPr>
          <p:cNvPr id="11" name="Shape 9"/>
          <p:cNvSpPr/>
          <p:nvPr/>
        </p:nvSpPr>
        <p:spPr>
          <a:xfrm>
            <a:off x="768096" y="2834640"/>
            <a:ext cx="347472" cy="347472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12" name="Text 10"/>
          <p:cNvSpPr/>
          <p:nvPr/>
        </p:nvSpPr>
        <p:spPr>
          <a:xfrm>
            <a:off x="768096" y="2834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61872" y="274320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assemble_inp.py 로 조립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261872" y="3054096"/>
            <a:ext cx="4882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TexGen 이 붙인 재료·스텝은 버리고 UMAT 카드로 교체 · 얀 물성은 Chamis/Schapery 균질화 (오차 0.005 % 이내)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18688" y="369417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4B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913632"/>
            <a:ext cx="5760720" cy="1042416"/>
          </a:xfrm>
          <a:prstGeom prst="roundRect">
            <a:avLst>
              <a:gd name="adj" fmla="val 5263"/>
            </a:avLst>
          </a:prstGeom>
          <a:solidFill>
            <a:srgbClr val="F1F2F4"/>
          </a:solidFill>
          <a:ln/>
        </p:spPr>
      </p:sp>
      <p:sp>
        <p:nvSpPr>
          <p:cNvPr id="17" name="Shape 15"/>
          <p:cNvSpPr/>
          <p:nvPr/>
        </p:nvSpPr>
        <p:spPr>
          <a:xfrm>
            <a:off x="768096" y="4096512"/>
            <a:ext cx="347472" cy="347472"/>
          </a:xfrm>
          <a:prstGeom prst="ellipse">
            <a:avLst/>
          </a:prstGeom>
          <a:solidFill>
            <a:srgbClr val="2F6B4F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61872" y="40050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3온도 해석 덱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261872" y="4315968"/>
            <a:ext cx="488289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RT23 / T500 / T1000 · double precision 필수 · 메쉬가 바뀌어도 카드·스텝은 재사용 (크랙밴드 정규화)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83680" y="1389888"/>
            <a:ext cx="5029200" cy="3749040"/>
          </a:xfrm>
          <a:prstGeom prst="roundRect">
            <a:avLst>
              <a:gd name="adj" fmla="val 1463"/>
            </a:avLst>
          </a:prstGeom>
          <a:solidFill>
            <a:srgbClr val="24282E"/>
          </a:solidFill>
          <a:ln/>
        </p:spPr>
      </p:sp>
      <p:sp>
        <p:nvSpPr>
          <p:cNvPr id="22" name="Text 20"/>
          <p:cNvSpPr/>
          <p:nvPr/>
        </p:nvSpPr>
        <p:spPr>
          <a:xfrm>
            <a:off x="6821424" y="15544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요소마다 들어가는 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21424" y="192024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상(相) 배정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65008" y="1920240"/>
            <a:ext cx="3346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기지 91,554 · 얀(Yarn0–3) 82,851 = 174,405 C3D4 — ElSet 로 전 요소 분류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21424" y="265176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섬유 방향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65008" y="2651760"/>
            <a:ext cx="3346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.ori 요소별 방향 2벡터 — warp ∥ x · weft ∥ y, 얀 굴곡(crimp)까지 반영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21424" y="338328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재료 카드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065008" y="3383280"/>
            <a:ext cx="3346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SIC_MATRIX_DAMAGE / CSIC_YARN_DAMAGE — UMAT 이 CMNAME 으로 구분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21424" y="4114800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C6CD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체적분율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065008" y="4114800"/>
            <a:ext cx="33467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얀 50.51 % × 얀 내부 Vf 0.792 = 전체 Vf 0.4000 — 논문 40 % 일치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21424" y="48097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주의 — .ori 는 메쉬와 한 몸. 새 메쉬에 옛 .ori 를 쓰면 에러 없이 방향이 틀린 채 수렴한다.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6928" y="5358384"/>
            <a:ext cx="11057839" cy="859536"/>
          </a:xfrm>
          <a:prstGeom prst="roundRect">
            <a:avLst>
              <a:gd name="adj" fmla="val 6383"/>
            </a:avLst>
          </a:prstGeom>
          <a:solidFill>
            <a:srgbClr val="E3ECF0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5358384"/>
            <a:ext cx="10545775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해석 스텝  </a:t>
            </a:r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Step 1 냉각 1050 → 23 °C   →   Step 2 승온 23 °C → 시험온도   →   Step 3 인장 (x 방향)   </a:t>
            </a:r>
            <a:pPr indent="0" marL="0"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HOM 섭동 6스텝 (논문에 없음 — 손상 후 강성 6×6 추출용)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" y="638251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abaqus/assemble_inp.py · abaqus/meshes/README.md · PAPER_DEVIATION_REGISTER §5.8 (요소수) · check_pbc.py (상 분율, 174,405 생산 덱 기준) · 논문 §3.2.4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PBC — HOW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주기경계조건 적용 — *Equation 57식 + 드라이버 절점 6개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1057839" cy="640080"/>
          </a:xfrm>
          <a:prstGeom prst="roundRect">
            <a:avLst>
              <a:gd name="adj" fmla="val 8571"/>
            </a:avLst>
          </a:prstGeom>
          <a:solidFill>
            <a:srgbClr val="FAE7D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— </a:t>
            </a:r>
            <a:pPr indent="0" marL="0">
              <a:buNone/>
            </a:pPr>
            <a:r>
              <a:rPr lang="en-US" sz="12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시편 게이지부(30 × 6 × 3.5 mm)에는 단위셀이 ≈ 119개(치수로부터 계산). 하나만 모델링하고, 마주보는 면을 묶어 무한 반복 매질로 만든다.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66928" y="2212848"/>
            <a:ext cx="5760720" cy="3639312"/>
          </a:xfrm>
          <a:prstGeom prst="roundRect">
            <a:avLst>
              <a:gd name="adj" fmla="val 1508"/>
            </a:avLst>
          </a:prstGeom>
          <a:solidFill>
            <a:srgbClr val="24282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3774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구속식 (Xia 형식 — TexGen 생성)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41248" y="2688336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u_slave - u_master = H . d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[ e_x   e_xy  e_xz 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  0    e_y   e_yz 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  0     0    e_z  ]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FaceA - FaceB - Lx . U_d0 = 0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49743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2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드라이버 절점의 변위 U 가 곧 거시 변형률 그 자체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2249424"/>
            <a:ext cx="310896" cy="310896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0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22592" y="2212848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*Equation 57 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022592" y="2496312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마주보는 면의 절점쌍을 격자벡터 하나만큼 묶는다. 나열 순서가 곧 짝짓기 — 세트를 정렬하면 깨진다 (TexGen 의 Unsorted)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0" y="3182112"/>
            <a:ext cx="310896" cy="310896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3182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022592" y="3145536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드라이버 절점 6개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7022592" y="3429000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요소에 물리지 않은 순수 DOF 운반체 — 0=e_x 1=e_y 2=e_z 3=e_xy 4=e_xz 5=e_yz 를 직접 구동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0" y="4114800"/>
            <a:ext cx="310896" cy="310896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0" y="4114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22592" y="4078224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코너 1점 고정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022592" y="4361688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1/2/3 방향 고정으로 강체모드 억제 — 없으면 강성행렬이 특이해진다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0" y="5047488"/>
            <a:ext cx="310896" cy="310896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0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022592" y="5010912"/>
            <a:ext cx="4599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거시 응력 읽기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022592" y="5294376"/>
            <a:ext cx="4599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σ = RF(드라이버 반력) / V_box — 메쉬 충전율 100 % 라서 성립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" y="638251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verification/PBC_VALIDATION_GUIDE.md · abaqus/meshes/README.md · 논문 §3.2.2 (Xia et al. [31] 인용) · ≈119개는 논문 치수로 계산한 값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PBC — VERIFIED 1/2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① 솔버 없이 1초 — 정적 감사 7가지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444752"/>
            <a:ext cx="292608" cy="292608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444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87552" y="142646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격자 — Lx·Ly·Lz 실측, 드라이버가 순수 DOF 운반체인지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66928" y="1879092"/>
            <a:ext cx="292608" cy="292608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790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87552" y="186080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세트 페어링 — FaceA[k]·FaceB[k] 가 격자벡터 하나만큼 떨어졌는지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313432"/>
            <a:ext cx="292608" cy="292608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3134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87552" y="229514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방정식 계수 — 실측 오프셋에서 재유도해 파일 값과 대조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2747772"/>
            <a:ext cx="292608" cy="292608"/>
          </a:xfrm>
          <a:prstGeom prst="ellipse">
            <a:avLst/>
          </a:prstGeom>
          <a:solidFill>
            <a:srgbClr val="D9542B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7477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87552" y="272948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DOF 소거 / 과구속 — 이중 소거, 소거 DOF 의 *Boundary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182112"/>
            <a:ext cx="292608" cy="292608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82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316382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커버리지 — 모든 표면 절점이 정확히 한 번 구속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3616452"/>
            <a:ext cx="292608" cy="292608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6164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87552" y="359816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강체모드 억제 — 코너 1/2/3 방향 고정 존재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050792"/>
            <a:ext cx="292608" cy="292608"/>
          </a:xfrm>
          <a:prstGeom prst="ellipse">
            <a:avLst/>
          </a:prstGeom>
          <a:solidFill>
            <a:srgbClr val="3F6B7D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0507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87552" y="403250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부피분율 — tet 부피 적분, 상 분율이 논문과 일치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680960" y="1426464"/>
            <a:ext cx="3941064" cy="841248"/>
          </a:xfrm>
          <a:prstGeom prst="roundRect">
            <a:avLst>
              <a:gd name="adj" fmla="val 6522"/>
            </a:avLst>
          </a:prstGeom>
          <a:solidFill>
            <a:srgbClr val="2F6B4F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1499616"/>
            <a:ext cx="39410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RESULT: PBC DEFINITION IS CONSISTENT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80960" y="1883664"/>
            <a:ext cx="39410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8E0D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 덱 전부 · 경고 0 건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680960" y="2395728"/>
            <a:ext cx="3941064" cy="2615184"/>
          </a:xfrm>
          <a:prstGeom prst="roundRect">
            <a:avLst>
              <a:gd name="adj" fmla="val 2098"/>
            </a:avLst>
          </a:prstGeom>
          <a:solidFill>
            <a:srgbClr val="F1F2F4"/>
          </a:solidFill>
          <a:ln/>
        </p:spPr>
      </p:sp>
      <p:sp>
        <p:nvSpPr>
          <p:cNvPr id="29" name="Text 27"/>
          <p:cNvSpPr/>
          <p:nvPr/>
        </p:nvSpPr>
        <p:spPr>
          <a:xfrm>
            <a:off x="7900416" y="2560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V_RVE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42832" y="25603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5.390000 mm³ · 충전율 100.0000 %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900416" y="2962656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방정식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942832" y="296265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57 식 전부 기하학적 정합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900416" y="33649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표면 절점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942832" y="3364992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9,062 개가 빠짐없이 한 번씩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900416" y="3767328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대응 절점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942832" y="376732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 394=394 · y 406=406 · z 3951=3951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900416" y="416966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 분율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942832" y="4169664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얀 50.51 % / 기지 49.49 %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7900416" y="45720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Vf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942832" y="45720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0.5051 × 0.792 = 0.4000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66928" y="4663440"/>
            <a:ext cx="6903720" cy="786384"/>
          </a:xfrm>
          <a:prstGeom prst="roundRect">
            <a:avLst>
              <a:gd name="adj" fmla="val 6977"/>
            </a:avLst>
          </a:prstGeom>
          <a:solidFill>
            <a:srgbClr val="FAE7DF"/>
          </a:solidFill>
          <a:ln/>
        </p:spPr>
      </p:sp>
      <p:sp>
        <p:nvSpPr>
          <p:cNvPr id="42" name="Text 40"/>
          <p:cNvSpPr/>
          <p:nvPr/>
        </p:nvSpPr>
        <p:spPr>
          <a:xfrm>
            <a:off x="804672" y="4663440"/>
            <a:ext cx="6446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마주보는 면의 절점 수가 정확히 같다 = 메쉬 자체가 주기적. 다르면 TexGen 에서 재생성.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66928" y="5614416"/>
            <a:ext cx="11057839" cy="658368"/>
          </a:xfrm>
          <a:prstGeom prst="roundRect">
            <a:avLst>
              <a:gd name="adj" fmla="val 8333"/>
            </a:avLst>
          </a:prstGeom>
          <a:solidFill>
            <a:srgbClr val="24282E"/>
          </a:solidFill>
          <a:ln/>
        </p:spPr>
      </p:sp>
      <p:sp>
        <p:nvSpPr>
          <p:cNvPr id="44" name="Text 42"/>
          <p:cNvSpPr/>
          <p:nvPr/>
        </p:nvSpPr>
        <p:spPr>
          <a:xfrm>
            <a:off x="822960" y="5614416"/>
            <a:ext cx="105457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 도구 자체 검증 —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자주 나는 결함 11종을 일부러 주입 (계수 오류·세트 순서·코너 삭제·비주기 메쉬 등) → </a:t>
            </a:r>
            <a:pPr indent="0" marL="0">
              <a:buNone/>
            </a:pPr>
            <a:r>
              <a:rPr lang="en-US" sz="1150" b="1" dirty="0">
                <a:solidFill>
                  <a:srgbClr val="6FBF8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 11 FAULTS DETECTED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66928" y="638251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verification/check_pbc.py (실패 시 exit 1, 파이프라인 게이트) · test_check_pbc.py · 174,405 요소 생산 덱 기준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110578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PBC — VERIFIED 2/2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105783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 ② 본해석이 준 증거 네 가지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426464"/>
            <a:ext cx="2688336" cy="2331720"/>
          </a:xfrm>
          <a:prstGeom prst="roundRect">
            <a:avLst>
              <a:gd name="adj" fmla="val 2353"/>
            </a:avLst>
          </a:prstGeom>
          <a:solidFill>
            <a:srgbClr val="F1F2F4"/>
          </a:solidFill>
          <a:ln/>
        </p:spPr>
      </p:sp>
      <p:sp>
        <p:nvSpPr>
          <p:cNvPr id="5" name="Text 3"/>
          <p:cNvSpPr/>
          <p:nvPr/>
        </p:nvSpPr>
        <p:spPr>
          <a:xfrm>
            <a:off x="786384" y="1591056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드라이버 반력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6384" y="2157984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54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 전부 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2852928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구속이 새지 않는다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1426464"/>
            <a:ext cx="2688336" cy="2331720"/>
          </a:xfrm>
          <a:prstGeom prst="roundRect">
            <a:avLst>
              <a:gd name="adj" fmla="val 2353"/>
            </a:avLst>
          </a:prstGeom>
          <a:solidFill>
            <a:srgbClr val="F1F2F4"/>
          </a:solidFill>
          <a:ln/>
        </p:spPr>
      </p:sp>
      <p:sp>
        <p:nvSpPr>
          <p:cNvPr id="9" name="Text 7"/>
          <p:cNvSpPr/>
          <p:nvPr/>
        </p:nvSpPr>
        <p:spPr>
          <a:xfrm>
            <a:off x="3648456" y="1591056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체적가중 평균응력 잔차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48456" y="2157984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4.0e−8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648456" y="2852928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기계정밀도 수준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91072" y="1426464"/>
            <a:ext cx="2688336" cy="2331720"/>
          </a:xfrm>
          <a:prstGeom prst="roundRect">
            <a:avLst>
              <a:gd name="adj" fmla="val 2353"/>
            </a:avLst>
          </a:prstGeom>
          <a:solidFill>
            <a:srgbClr val="F1F2F4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1591056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횡방향 응력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10528" y="2157984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F6B7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증분 0.000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10528" y="2852928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단축 인장이 정확히 단축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53144" y="1426464"/>
            <a:ext cx="2688336" cy="2331720"/>
          </a:xfrm>
          <a:prstGeom prst="roundRect">
            <a:avLst>
              <a:gd name="adj" fmla="val 2353"/>
            </a:avLst>
          </a:prstGeom>
          <a:solidFill>
            <a:srgbClr val="F1F2F4"/>
          </a:solidFill>
          <a:ln/>
        </p:spPr>
      </p:sp>
      <p:sp>
        <p:nvSpPr>
          <p:cNvPr id="17" name="Text 15"/>
          <p:cNvSpPr/>
          <p:nvPr/>
        </p:nvSpPr>
        <p:spPr>
          <a:xfrm>
            <a:off x="9372600" y="1591056"/>
            <a:ext cx="22494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강성 6×6 대칭성 위반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372600" y="2157984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0.0000 %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372600" y="2852928"/>
            <a:ext cx="22494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PBC + 야코비안 동시 검증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950208"/>
            <a:ext cx="11057839" cy="1097280"/>
          </a:xfrm>
          <a:prstGeom prst="roundRect">
            <a:avLst>
              <a:gd name="adj" fmla="val 5000"/>
            </a:avLst>
          </a:prstGeom>
          <a:solidFill>
            <a:srgbClr val="E2EEE8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" y="3950208"/>
            <a:ext cx="1050919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2F6B4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번째가 가장 강하다. 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손상 후 균질화 강성 6×6 추출에는 대칭을 강제하는 단계가 전혀 없다. 그런데도 C_ij = C_ji (위반 0.0000 %) — 주기경계조건과 UMAT 할선 야코비안이 </a:t>
            </a:r>
            <a:pPr indent="0" marL="0">
              <a:lnSpc>
                <a:spcPct val="122000"/>
              </a:lnSpc>
              <a:buNone/>
            </a:pPr>
            <a:r>
              <a:rPr lang="en-US" sz="1300" b="1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동시에</a:t>
            </a:r>
            <a:pPr indent="0" marL="0">
              <a:lnSpc>
                <a:spcPct val="122000"/>
              </a:lnSpc>
              <a:buNone/>
            </a:pPr>
            <a:r>
              <a:rPr lang="en-US" sz="1300" dirty="0">
                <a:solidFill>
                  <a:srgbClr val="1A1D2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옳아야만 나오는 값이다.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66928" y="5303520"/>
            <a:ext cx="11057839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C6B1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정직하게 남은 것 — 패치 테스트 · 2상 균질화 · EasyPBC 교차검증은 스크립트 준비 완료 · 미실행. RVE 수준 메쉬 수렴성도 미검증.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768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 — 랩미팅 브리프 §7 (예상질문) · §4.5 손상 후 균질화 강성 · verification/PBC_VALIDATION_GUIDE.md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C/SiC RVE — 조립 · 주기경계조건 · 검증 (4장)</dc:title>
  <dc:subject>PptxGenJS Presentation</dc:subject>
  <dc:creator>PptxGenJS</dc:creator>
  <cp:lastModifiedBy>PptxGenJS</cp:lastModifiedBy>
  <cp:revision>1</cp:revision>
  <dcterms:created xsi:type="dcterms:W3CDTF">2026-08-06T05:50:52Z</dcterms:created>
  <dcterms:modified xsi:type="dcterms:W3CDTF">2026-08-06T05:50:52Z</dcterms:modified>
</cp:coreProperties>
</file>