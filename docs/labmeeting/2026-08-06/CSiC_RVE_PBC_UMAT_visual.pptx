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TexGen 슬라이드에서 만든 형상이 실제로 이렇게 메쉬가 됩니다. 얀 4개(경사 2, 위사 2)와 기지로 요소가 전부 분류돼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줄이 x방향 주기성 전부입니다. 같은 구조가 y(FaceC/D)와 z(FaceE/F)에도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다 읽을 필요는 없고, 다섯 덩어리로 나뉜다는 것만 보여주면 됩니다. 5번의 대칭성이 다음 장 검증으로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'노드·요소가 PBC로 잘 맞춰져 움직인다'의 답입니다. 주의: Abaqus가 아니라 Python 독립 재현이라고 반드시 밝히세요. 구속식 자체가 옳다는 증명이지, Abaqus 실행 검증을 대체하지는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나오면 쓰는 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판정 기준이 '그럴듯한가'가 아니라 '1e-12인가'라는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— 논문의 단위셀을 그대로 세운다</a:t>
            </a:r>
            <a:endParaRPr lang="en-US" sz="2600" dirty="0"/>
          </a:p>
        </p:txBody>
      </p:sp>
      <p:pic>
        <p:nvPicPr>
          <p:cNvPr id="4" name="Image 0" descr="/tmp/claude-0/-home-user-CDM-UMAT/02c20b80-a460-5fa7-915d-749b71e710a3/scratchpad/fig_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08"/>
            <a:ext cx="73609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207008"/>
            <a:ext cx="3483864" cy="3291840"/>
          </a:xfrm>
          <a:prstGeom prst="roundRect">
            <a:avLst>
              <a:gd name="adj" fmla="val 1667"/>
            </a:avLst>
          </a:prstGeom>
          <a:solidFill>
            <a:srgbClr val="F1F2F4"/>
          </a:solidFill>
          <a:ln/>
        </p:spPr>
      </p:sp>
      <p:sp>
        <p:nvSpPr>
          <p:cNvPr id="6" name="Text 3"/>
          <p:cNvSpPr/>
          <p:nvPr/>
        </p:nvSpPr>
        <p:spPr>
          <a:xfrm>
            <a:off x="8357616" y="1335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치수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357616" y="153619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× 3.5 × 0.44 mm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57616" y="17556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0.4334 (+1.5 %)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357616" y="19568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357616" y="215798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warp 2 ∥ x  ·  weft 2 ∥ 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57616" y="23774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타원 단면 1.28 × 0.20 mm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57616" y="257860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섬유체적분율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357616" y="27797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Vf = 0.4000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57616" y="29992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≈ 40 % 일치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57616" y="32004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357616" y="34015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26,452 C3D4 (경향 확인용)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57616" y="36210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덱은 174,405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57616" y="38221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충전율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357616" y="402336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100.0000 %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357616" y="42428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 = RF / V_box 가 성립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" y="4700016"/>
            <a:ext cx="2688336" cy="932688"/>
          </a:xfrm>
          <a:prstGeom prst="roundRect">
            <a:avLst>
              <a:gd name="adj" fmla="val 5882"/>
            </a:avLst>
          </a:prstGeom>
          <a:solidFill>
            <a:srgbClr val="E3ECF0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4791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 요소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68096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15,369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429000" y="4700016"/>
            <a:ext cx="2688336" cy="932688"/>
          </a:xfrm>
          <a:prstGeom prst="roundRect">
            <a:avLst>
              <a:gd name="adj" fmla="val 5882"/>
            </a:avLst>
          </a:prstGeom>
          <a:solidFill>
            <a:srgbClr val="E3ECF0"/>
          </a:solidFill>
          <a:ln/>
        </p:spPr>
      </p:sp>
      <p:sp>
        <p:nvSpPr>
          <p:cNvPr id="25" name="Text 22"/>
          <p:cNvSpPr/>
          <p:nvPr/>
        </p:nvSpPr>
        <p:spPr>
          <a:xfrm>
            <a:off x="3630168" y="4791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요소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630168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11,083  (Yarn0–3)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291072" y="4700016"/>
            <a:ext cx="2688336" cy="932688"/>
          </a:xfrm>
          <a:prstGeom prst="roundRect">
            <a:avLst>
              <a:gd name="adj" fmla="val 5882"/>
            </a:avLst>
          </a:prstGeom>
          <a:solidFill>
            <a:srgbClr val="E3ECF0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4791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절점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492240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5,686  ( + 드라이버 6 )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153144" y="4700016"/>
            <a:ext cx="2688336" cy="932688"/>
          </a:xfrm>
          <a:prstGeom prst="roundRect">
            <a:avLst>
              <a:gd name="adj" fmla="val 5882"/>
            </a:avLst>
          </a:prstGeom>
          <a:solidFill>
            <a:srgbClr val="FAE7DF"/>
          </a:solidFill>
          <a:ln/>
        </p:spPr>
      </p:sp>
      <p:sp>
        <p:nvSpPr>
          <p:cNvPr id="31" name="Text 28"/>
          <p:cNvSpPr/>
          <p:nvPr/>
        </p:nvSpPr>
        <p:spPr>
          <a:xfrm>
            <a:off x="9354312" y="47914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체적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354312" y="5029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5.390000 mm³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66928" y="5760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그림은 실제 TexGen 메쉬(.inp)를 직접 읽어 그린 것 — 얀 표면은 요소 경계면에서 추출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abaqus/meshes/CSiC_RVE_0135.inp · abaqus/meshes/README.md · PAPER_DEVIATION_REGISTER §2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—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주기경계조건 — 덱에 실제로 들어간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152144"/>
            <a:ext cx="6675120" cy="4663440"/>
          </a:xfrm>
          <a:prstGeom prst="roundRect">
            <a:avLst>
              <a:gd name="adj" fmla="val 1176"/>
            </a:avLst>
          </a:prstGeom>
          <a:solidFill>
            <a:srgbClr val="2428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CSiC_RVE_0135.inp   (발췌, 원문 그대로)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91056"/>
            <a:ext cx="6172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*NSet, NSet=FaceA, Unsorted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10, 13, 14, 15, 24, 27, 384, 385, ...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← 58 nodes, x = Lx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*NSet, NSet=FaceB, Unsorted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2, 5, 6, 7, 18, 21, 138, 139, ...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← 58 nodes, x = 0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*Node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5681, 0, 0, 0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*NSet, NSet=ConstraintsDriver0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5681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8B9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← e_x 운반 절점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*Equation
3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FaceA, 1, 1.0, FaceB, 1, -1.0,
     ConstraintsDriver0, 1, -3.5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*Equation
2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FaceA, 2, 1.0, FaceB, 2, -1.0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*Equation
2
</a:t>
            </a:r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FaceA, 3, 1.0, FaceB, 3, -1.0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0" y="1207008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36992" y="1152144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세트는 순서대로 짝지어진다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36992" y="1444752"/>
            <a:ext cx="3685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FaceA 의 k번째와 FaceB 의 k번째가 한 쌍. 그래서 Unsorted — 누가 정렬하면 짝이 깨진다.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0" y="2395728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36992" y="2340864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−3.5 는 격자길이 Lx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36992" y="2633472"/>
            <a:ext cx="3685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u_A − u_B = Lx · U(Driver0).  드라이버 변위가 곧 거시 변형률 ε_x.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3584448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36992" y="3529584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 · z 방향은 항이 없다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36992" y="3822192"/>
            <a:ext cx="3685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x-면 쌍에서 u_y, u_z 의 점프는 0. 즉 ε_yx = ε_zx = 0 — H 가 상삼각인 이유.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4773168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36992" y="4718304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57개 카드 → 3,645개 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936992" y="5010912"/>
            <a:ext cx="3685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 · 모서리 · 꼭짓점까지 표면 절점 전체가 정확히 한 번씩 구속된다.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98080" y="5870448"/>
            <a:ext cx="4123944" cy="402336"/>
          </a:xfrm>
          <a:prstGeom prst="roundRect">
            <a:avLst>
              <a:gd name="adj" fmla="val 13636"/>
            </a:avLst>
          </a:prstGeom>
          <a:solidFill>
            <a:srgbClr val="E2EEE8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5870448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코너 1점 고정으로 강체모드 억제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abaqus/meshes/CSiC_RVE_0135.inp (TexGen 생성, Xia 통일 PBC 형식) · 논문 §3.2.2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UMAT —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UMAT — 요소마다 무슨 계산이 도는가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11556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상(相) 판별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24912" y="1097280"/>
            <a:ext cx="5138928" cy="91440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/>
        </p:spPr>
      </p:sp>
      <p:sp>
        <p:nvSpPr>
          <p:cNvPr id="8" name="Text 6"/>
          <p:cNvSpPr/>
          <p:nvPr/>
        </p:nvSpPr>
        <p:spPr>
          <a:xfrm>
            <a:off x="2871216" y="1097280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(INDEX(CMNAME,'YARN').GT.0) THEN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CALL KYARN_UPDATE(...)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(INDEX(CMNAME,'MATRIX').GT.0) THEN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CALL KMATRIX_UPDATE(...)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28432" y="1097280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이름으로 얀/기지 분기. 같은 UMAT 하나가 두 상을 모두 처리한다.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304288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048256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손상변수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24912" y="2029968"/>
            <a:ext cx="5138928" cy="91440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2029968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1.0D0 - EXP(A*(1.0D0-R))/R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MIN(DMAX,MAX(0.0D0,D))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28432" y="2029968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= 유효응력 / 강도. R ≤ 1 이면 손상 0, 넘으면 지수적으로 진전 · 상한 DMAX.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236976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980944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크랙밴드 정규화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24912" y="2962656"/>
            <a:ext cx="5138928" cy="91440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/>
        </p:spPr>
      </p:sp>
      <p:sp>
        <p:nvSpPr>
          <p:cNvPr id="20" name="Text 18"/>
          <p:cNvSpPr/>
          <p:nvPr/>
        </p:nvSpPr>
        <p:spPr>
          <a:xfrm>
            <a:off x="2871216" y="2962656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GLE1   = G01*CELENT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A1TEFF = 2.0D0*GLE1/(GF1T-GLE1)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28432" y="2962656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요소크기 CELENT 로 연화기울기를 보정 → 메쉬가 바뀌어도 소산에너지가 같다.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69664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913632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비가역 + 점성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24912" y="3895344"/>
            <a:ext cx="5138928" cy="91440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/>
        </p:spPr>
      </p:sp>
      <p:sp>
        <p:nvSpPr>
          <p:cNvPr id="26" name="Text 24"/>
          <p:cNvSpPr/>
          <p:nvPr/>
        </p:nvSpPr>
        <p:spPr>
          <a:xfrm>
            <a:off x="2871216" y="3895344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 = DTIME/(ETA+DTIME)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D1T = MAX(D1T0, D1T0+GAM*(TAR-D1T0))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28432" y="3895344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가 비가역성을 보장 — 한 번 생긴 손상은 안 풀린다. GAM 은 수치 안정화.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5102352"/>
            <a:ext cx="310896" cy="31089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5102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4846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강성 저하 · 야코비안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24912" y="4828032"/>
            <a:ext cx="5138928" cy="914400"/>
          </a:xfrm>
          <a:prstGeom prst="roundRect">
            <a:avLst>
              <a:gd name="adj" fmla="val 6000"/>
            </a:avLst>
          </a:prstGeom>
          <a:solidFill>
            <a:srgbClr val="24282E"/>
          </a:solidFill>
          <a:ln/>
        </p:spPr>
      </p:sp>
      <p:sp>
        <p:nvSpPr>
          <p:cNvPr id="32" name="Text 30"/>
          <p:cNvSpPr/>
          <p:nvPr/>
        </p:nvSpPr>
        <p:spPr>
          <a:xfrm>
            <a:off x="2871216" y="4828032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RSC(1)=SQRT(1.0D0-D1)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= R*C0*R      →   CTAN(I,J)=CD(I,J)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28432" y="4828032"/>
            <a:ext cx="3593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 = R·C0·R 형태라 대칭 양정치가 보장된다. 이 대칭성이 균질화 강성 검증으로 되돌아온다.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5797296"/>
            <a:ext cx="11057839" cy="475488"/>
          </a:xfrm>
          <a:prstGeom prst="roundRect">
            <a:avLst>
              <a:gd name="adj" fmla="val 11538"/>
            </a:avLst>
          </a:prstGeom>
          <a:solidFill>
            <a:srgbClr val="FAE7D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797296"/>
            <a:ext cx="105457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미구현 (먼저 밝힐 것) — </a:t>
            </a:r>
            <a:pPr indent="0" marL="0"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 소성 (논문 Eq.6–10) · 얀 종방향 Eq.17/18 혼합 선형-지수형. 현재는 탄성-손상만.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src/UMAT_CSIC_RVE_DAMAGE_V2_7.for (코드 원문 발췌, 865줄)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DOES IT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돌려보면 — 변형된 셀이 빈틈없이 이어 붙는다</a:t>
            </a:r>
            <a:endParaRPr lang="en-US" sz="2500" dirty="0"/>
          </a:p>
        </p:txBody>
      </p:sp>
      <p:pic>
        <p:nvPicPr>
          <p:cNvPr id="4" name="Image 0" descr="/tmp/claude-0/-home-user-CDM-UMAT/02c20b80-a460-5fa7-915d-749b71e710a3/scratchpad/fig_t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0704"/>
            <a:ext cx="832104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0" y="1060704"/>
            <a:ext cx="2569464" cy="4160520"/>
          </a:xfrm>
          <a:prstGeom prst="roundRect">
            <a:avLst>
              <a:gd name="adj" fmla="val 2135"/>
            </a:avLst>
          </a:prstGeom>
          <a:solidFill>
            <a:srgbClr val="F1F2F4"/>
          </a:solidFill>
          <a:ln/>
        </p:spPr>
      </p:sp>
      <p:sp>
        <p:nvSpPr>
          <p:cNvPr id="6" name="Text 3"/>
          <p:cNvSpPr/>
          <p:nvPr/>
        </p:nvSpPr>
        <p:spPr>
          <a:xfrm>
            <a:off x="9253728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수치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53728" y="14630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타일 이음매 어긋남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253728" y="17373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4.4e−16 mm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253728" y="20665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절점 패턴 차이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253728" y="23408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 mm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253728" y="26700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58쌍 변위 점프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편차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253728" y="29443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 mm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53728" y="3273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응력장 균일도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253728" y="35478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2.1e−12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253728" y="387705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균질화 강성 오차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253728" y="4151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5.4e−15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253728" y="44805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충전율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253728" y="47548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100.0000 %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5358384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E2EEE8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" y="5358384"/>
            <a:ext cx="105091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본 것인가.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등방 재료 하나만 채우고 거시 변형률을 걸면 정답이 닫힌 형태로 알려져 있다(패치 테스트). 26,452개 요소의 응력이 전부 같고, 변형된 셀을 3×3 으로 깔면 이음매가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기계정밀도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맞는다 — 구속이 새면 절대 나올 수 없는 결과다.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덱(.inp)의 절점·요소·*Equation 을 그대로 읽어 Python(numpy/scipy)으로 독립 재현한 결과 — Abaqus 패치 테스트는 아직 별도로 돌려야 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면이 정말로 한 몸인가</a:t>
            </a:r>
            <a:endParaRPr lang="en-US" sz="2500" dirty="0"/>
          </a:p>
        </p:txBody>
      </p:sp>
      <p:pic>
        <p:nvPicPr>
          <p:cNvPr id="4" name="Image 0" descr="/tmp/claude-0/-home-user-CDM-UMAT/02c20b80-a460-5fa7-915d-749b71e710a3/scratchpad/fig_pa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11055096" cy="4261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669280"/>
            <a:ext cx="110578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— z 방향 두 면(각 925 절점)의 절점 배치가 완전히 겹친다. 메쉬 자체가 주기적이라는 뜻.        오른쪽 — 인장 시 x 면 58쌍의 변위 점프가 전부 ε·Lx 위에 정확히 놓인다.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abaqus/meshes/CSiC_RVE_0135.inp + Python 독립 재현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120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패치 테스트 — 26,452개 요소가 전부 같은 응력</a:t>
            </a:r>
            <a:endParaRPr lang="en-US" sz="2500" dirty="0"/>
          </a:p>
        </p:txBody>
      </p:sp>
      <p:pic>
        <p:nvPicPr>
          <p:cNvPr id="4" name="Image 0" descr="/tmp/claude-0/-home-user-CDM-UMAT/02c20b80-a460-5fa7-915d-749b71e710a3/scratchpad/fig_p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11055096" cy="36210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5303520"/>
            <a:ext cx="11057839" cy="877824"/>
          </a:xfrm>
          <a:prstGeom prst="roundRect">
            <a:avLst>
              <a:gd name="adj" fmla="val 6250"/>
            </a:avLst>
          </a:prstGeom>
          <a:solidFill>
            <a:srgbClr val="F1F2F4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" y="5303520"/>
            <a:ext cx="1050919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가로축 단위가 10⁻¹⁰ MPa 다. 인장 388.888889 MPa · 전단 145.833333 MPa 로 이론값과 소수점 6자리까지 일치하고, 요소 간 퍼짐은 10⁻¹⁰ MPa 수준이다.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등방 재료 E = 350 GPa, ν = 0.2 (논문 Table 2 의 SiC 기지) · ε = 10⁻³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C/SiC RVE · PBC · UMAT — 시각 자료</dc:title>
  <dc:subject>PptxGenJS Presentation</dc:subject>
  <dc:creator>PptxGenJS</dc:creator>
  <cp:lastModifiedBy>PptxGenJS</cp:lastModifiedBy>
  <cp:revision>1</cp:revision>
  <dcterms:created xsi:type="dcterms:W3CDTF">2026-08-06T06:16:51Z</dcterms:created>
  <dcterms:modified xsi:type="dcterms:W3CDTF">2026-08-06T06:16:51Z</dcterms:modified>
</cp:coreProperties>
</file>